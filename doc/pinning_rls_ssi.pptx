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CEC7B-B375-AA1C-F812-BF8821D3E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BEC7A4-A3C0-BFEC-A5B5-D9E8B9265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0D80E1-6D0E-4D55-67EE-28CA0B65E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0C34E8-0F25-9D89-6008-2962E02DC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003DDA-5A9E-4FA1-FADC-A525449E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59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5D01C6-FADE-F74A-535D-C123A1B0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26FD1A-FAF9-023E-A2B0-18CE50847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98DF24-F3EE-05C4-1E20-90F20522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A73CDF-1B8D-1A4A-E9ED-FFA36BC5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A4D829-1D06-DB93-4B4C-8B8009C9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A2A461-F016-CF1B-0834-8B111CB1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A0B6C0-3AB2-AB33-3372-549F2F0BD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460D37-CDDF-074C-41C5-5CDDAAC8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73E7FD-09E0-AF87-AF75-BA58ADF38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A049AA-8DCB-4BE8-57F5-0CF52271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5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F0A6E-4150-98AD-9C39-CDBDA49B8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857936-C2CD-322A-86D8-8CAAD0040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A16BCD-1F38-540E-21B0-14F8ADBF0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43DA21-25C6-9F7C-1151-07DB5498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81B163-2B4C-58AD-C35B-06A957D6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33EA7F-8793-9ECC-9D2C-1B4FD016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362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BB10D4-35DF-0168-700B-9D2FC5C3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703B06-3563-922F-E97C-F7BBF5257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A0C78C-2C9F-8DDF-C396-6C44993E8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AFA693-56BB-9886-B529-D9F27F4A5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067CEA-0F3C-3A09-4D47-9023E98A8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F7E4DC3-6C6E-F1ED-EBAA-8C17A3487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95A99FC-39FC-F0FB-12A7-4C663A35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A14D7CF-73DB-6D68-00A2-56051850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01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53864E-BCB4-5370-0716-EBD7F6E7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389FB0-3756-CA73-579B-45D09179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E7C880-401B-17CB-7FED-86B84A27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AF0B18-C94F-939E-DAD0-E38431D0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574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016B3D-768F-01BB-376D-111CB55D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D02B90-7151-2F16-E7C0-393FBC76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B49E2D-B23F-41AF-2616-9EF90683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460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2E2011-11DD-FEF9-69A7-5ED8FF9E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415002-F91C-7EE3-BCEA-4528060F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7B5382-BA25-0F6C-A624-AD4841C02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F7255D-16EF-7CDC-41FE-D4819A97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B899C6-096A-A819-D917-8DD22F7D4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B535BF-586B-5FF7-49BC-4CB31D5C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992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3B406-5C58-77A4-E961-2583F6450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B15BC7-C700-27F0-1677-2D3D25904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979F11-0883-CA89-2699-BB8EECC80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CEAF71-1228-EC22-4BE2-F916527D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2F120E-8DD2-6E5B-6E84-0B54167C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C757A2-500C-FBD2-3F63-D1C14DAD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961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8D27F6-4933-4B07-D851-7761F99B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71AC45-ED82-9A24-6B35-0826682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3F2826-7330-996A-A7AB-936CFA30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12B160-5310-E869-0449-EF052A64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01042B-E918-525A-B1EB-5911A415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204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EC35343-975B-93E5-A395-C71F62881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0EDB46-51A0-65EE-151E-1B73BC68D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F8F584-0362-5ED2-BE2E-F45F32EB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69F3EF-E147-0885-E6DD-71FB90B2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B2E222-C21F-F81F-F0B3-C981F4A6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76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94C0EE4-82D8-CEF9-07C5-7E333E597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CA16A7-AC18-A59B-9ECC-C024B82AC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AEB70E-9DCC-DED4-75EC-8AB89C75D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C2149-0D41-4879-8483-25E97BF6CEB8}" type="datetimeFigureOut">
              <a:rPr lang="de-DE" smtClean="0"/>
              <a:t>28.03.2025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5D3A52-AAB6-4DEF-2314-465140DE1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CEE280-44A0-8587-3A94-0FDCF4918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02EA1-71D8-46CE-ABFC-12E760B5E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8925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F6EFA9D-BBF2-2EB9-0268-1822E71A2D3B}"/>
              </a:ext>
            </a:extLst>
          </p:cNvPr>
          <p:cNvGrpSpPr/>
          <p:nvPr/>
        </p:nvGrpSpPr>
        <p:grpSpPr>
          <a:xfrm>
            <a:off x="7912015" y="1288974"/>
            <a:ext cx="3333920" cy="3537025"/>
            <a:chOff x="6718160" y="1923975"/>
            <a:chExt cx="2717940" cy="292115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4723EB10-112F-B900-A136-0E10E5E2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18160" y="1923975"/>
              <a:ext cx="2717940" cy="2921150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29765D8-FCA2-2C09-646E-0C6928B99059}"/>
                </a:ext>
              </a:extLst>
            </p:cNvPr>
            <p:cNvSpPr/>
            <p:nvPr/>
          </p:nvSpPr>
          <p:spPr>
            <a:xfrm>
              <a:off x="8134350" y="2565400"/>
              <a:ext cx="1028700" cy="2171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DC953E4B-92A6-74FA-3920-298F44FDD719}"/>
              </a:ext>
            </a:extLst>
          </p:cNvPr>
          <p:cNvSpPr txBox="1"/>
          <p:nvPr/>
        </p:nvSpPr>
        <p:spPr>
          <a:xfrm>
            <a:off x="8578850" y="715979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D-Sub9 RLS Kabel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341EC77-7174-571D-CFF5-26E2CD561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24" y="846411"/>
            <a:ext cx="4776803" cy="2438444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14790CC-C24A-A845-422C-E63CB5E808EC}"/>
              </a:ext>
            </a:extLst>
          </p:cNvPr>
          <p:cNvSpPr txBox="1"/>
          <p:nvPr/>
        </p:nvSpPr>
        <p:spPr>
          <a:xfrm>
            <a:off x="6254750" y="715979"/>
            <a:ext cx="260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D-Sub9 </a:t>
            </a:r>
            <a:r>
              <a:rPr lang="de-DE" dirty="0" err="1"/>
              <a:t>uz_d_endat</a:t>
            </a:r>
            <a:endParaRPr lang="de-DE" dirty="0"/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92BE544A-040A-8EE9-C4E4-6A793CAC6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996949"/>
              </p:ext>
            </p:extLst>
          </p:nvPr>
        </p:nvGraphicFramePr>
        <p:xfrm>
          <a:off x="6365805" y="2035885"/>
          <a:ext cx="1895406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703">
                  <a:extLst>
                    <a:ext uri="{9D8B030D-6E8A-4147-A177-3AD203B41FA5}">
                      <a16:colId xmlns:a16="http://schemas.microsoft.com/office/drawing/2014/main" val="2931863175"/>
                    </a:ext>
                  </a:extLst>
                </a:gridCol>
                <a:gridCol w="947703">
                  <a:extLst>
                    <a:ext uri="{9D8B030D-6E8A-4147-A177-3AD203B41FA5}">
                      <a16:colId xmlns:a16="http://schemas.microsoft.com/office/drawing/2014/main" val="2549886729"/>
                    </a:ext>
                  </a:extLst>
                </a:gridCol>
              </a:tblGrid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 err="1"/>
                        <a:t>Function</a:t>
                      </a:r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709095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Data-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092324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Data+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89325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Clock-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445729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Clock+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59296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5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059304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160087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0839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181691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310932"/>
                  </a:ext>
                </a:extLst>
              </a:tr>
            </a:tbl>
          </a:graphicData>
        </a:graphic>
      </p:graphicFrame>
      <p:pic>
        <p:nvPicPr>
          <p:cNvPr id="14" name="Grafik 13">
            <a:extLst>
              <a:ext uri="{FF2B5EF4-FFF2-40B4-BE49-F238E27FC236}">
                <a16:creationId xmlns:a16="http://schemas.microsoft.com/office/drawing/2014/main" id="{99CF22E8-BF3C-3EA2-9006-D112C21B5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85" y="2406370"/>
            <a:ext cx="8344329" cy="544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52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886B-6F45-D260-9B32-1E5AE8EF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96580C1-88AC-C505-CC7B-231713E4160B}"/>
              </a:ext>
            </a:extLst>
          </p:cNvPr>
          <p:cNvGrpSpPr/>
          <p:nvPr/>
        </p:nvGrpSpPr>
        <p:grpSpPr>
          <a:xfrm>
            <a:off x="7912015" y="1288974"/>
            <a:ext cx="3333920" cy="3537025"/>
            <a:chOff x="6718160" y="1923975"/>
            <a:chExt cx="2717940" cy="292115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6D2375A-76DF-901B-8115-9E9FFEE7F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18160" y="1923975"/>
              <a:ext cx="2717940" cy="2921150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6B44934-4A73-6A2D-34C0-091161B4336B}"/>
                </a:ext>
              </a:extLst>
            </p:cNvPr>
            <p:cNvSpPr/>
            <p:nvPr/>
          </p:nvSpPr>
          <p:spPr>
            <a:xfrm>
              <a:off x="8134350" y="2565400"/>
              <a:ext cx="1028700" cy="2171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3E108210-2837-1E93-FDBE-F96CB93FCB7C}"/>
              </a:ext>
            </a:extLst>
          </p:cNvPr>
          <p:cNvSpPr txBox="1"/>
          <p:nvPr/>
        </p:nvSpPr>
        <p:spPr>
          <a:xfrm>
            <a:off x="8578850" y="715979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D-Sub9 RLS Kabel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E2EA688-7CA1-0C66-47D0-32541FB7931F}"/>
              </a:ext>
            </a:extLst>
          </p:cNvPr>
          <p:cNvSpPr txBox="1"/>
          <p:nvPr/>
        </p:nvSpPr>
        <p:spPr>
          <a:xfrm>
            <a:off x="6223000" y="715979"/>
            <a:ext cx="260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D-Sub9 </a:t>
            </a:r>
            <a:r>
              <a:rPr lang="de-DE" dirty="0" err="1"/>
              <a:t>uz_d_endat</a:t>
            </a:r>
            <a:endParaRPr lang="de-DE" dirty="0"/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34EFC719-35F5-9D7A-B3AB-8D48DEA84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944270"/>
              </p:ext>
            </p:extLst>
          </p:nvPr>
        </p:nvGraphicFramePr>
        <p:xfrm>
          <a:off x="6334055" y="2035885"/>
          <a:ext cx="1895406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703">
                  <a:extLst>
                    <a:ext uri="{9D8B030D-6E8A-4147-A177-3AD203B41FA5}">
                      <a16:colId xmlns:a16="http://schemas.microsoft.com/office/drawing/2014/main" val="2931863175"/>
                    </a:ext>
                  </a:extLst>
                </a:gridCol>
                <a:gridCol w="947703">
                  <a:extLst>
                    <a:ext uri="{9D8B030D-6E8A-4147-A177-3AD203B41FA5}">
                      <a16:colId xmlns:a16="http://schemas.microsoft.com/office/drawing/2014/main" val="2549886729"/>
                    </a:ext>
                  </a:extLst>
                </a:gridCol>
              </a:tblGrid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 err="1"/>
                        <a:t>Function</a:t>
                      </a:r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709095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Data-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092324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Data+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89325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Clock-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445729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Clock+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59296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5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059304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160087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0839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181691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310932"/>
                  </a:ext>
                </a:extLst>
              </a:tr>
            </a:tbl>
          </a:graphicData>
        </a:graphic>
      </p:graphicFrame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81960A6-110A-8623-FEB4-73F95CF9EEFB}"/>
              </a:ext>
            </a:extLst>
          </p:cNvPr>
          <p:cNvGrpSpPr/>
          <p:nvPr/>
        </p:nvGrpSpPr>
        <p:grpSpPr>
          <a:xfrm>
            <a:off x="1143001" y="715979"/>
            <a:ext cx="3584612" cy="5442230"/>
            <a:chOff x="425451" y="954996"/>
            <a:chExt cx="3584612" cy="5442230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0D513055-2C37-B19B-9802-E594CE486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0945"/>
            <a:stretch/>
          </p:blipFill>
          <p:spPr>
            <a:xfrm>
              <a:off x="425451" y="954996"/>
              <a:ext cx="2424442" cy="5442230"/>
            </a:xfrm>
            <a:prstGeom prst="rect">
              <a:avLst/>
            </a:prstGeom>
          </p:spPr>
        </p:pic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B171C027-A953-1476-B1C1-420712544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672"/>
            <a:stretch/>
          </p:blipFill>
          <p:spPr>
            <a:xfrm>
              <a:off x="2814491" y="954996"/>
              <a:ext cx="1195572" cy="5442230"/>
            </a:xfrm>
            <a:prstGeom prst="rect">
              <a:avLst/>
            </a:prstGeom>
          </p:spPr>
        </p:pic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E98464C2-02A6-32A2-4583-7EBBA2E53938}"/>
              </a:ext>
            </a:extLst>
          </p:cNvPr>
          <p:cNvSpPr txBox="1"/>
          <p:nvPr/>
        </p:nvSpPr>
        <p:spPr>
          <a:xfrm>
            <a:off x="3641763" y="1359932"/>
            <a:ext cx="79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5 V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F92A383-5E86-BE73-874A-B8A38BD30AE7}"/>
              </a:ext>
            </a:extLst>
          </p:cNvPr>
          <p:cNvSpPr txBox="1"/>
          <p:nvPr/>
        </p:nvSpPr>
        <p:spPr>
          <a:xfrm>
            <a:off x="3641762" y="1595398"/>
            <a:ext cx="79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48D708C2-525E-53AA-BC42-2CBA99416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313761"/>
              </p:ext>
            </p:extLst>
          </p:nvPr>
        </p:nvGraphicFramePr>
        <p:xfrm>
          <a:off x="276822" y="1085311"/>
          <a:ext cx="910543" cy="2425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43">
                  <a:extLst>
                    <a:ext uri="{9D8B030D-6E8A-4147-A177-3AD203B41FA5}">
                      <a16:colId xmlns:a16="http://schemas.microsoft.com/office/drawing/2014/main" val="2931863175"/>
                    </a:ext>
                  </a:extLst>
                </a:gridCol>
              </a:tblGrid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709095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1   braun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092324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2   weiß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89325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3   rosa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445729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4   grau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59296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5   rot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059304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6   blau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160087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7   grün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0839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8   gelb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181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182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95B76-2F1D-A36B-ADAB-1B3F84A1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14E1FAC-2372-DF8C-2776-B8712C7B25CD}"/>
              </a:ext>
            </a:extLst>
          </p:cNvPr>
          <p:cNvGrpSpPr/>
          <p:nvPr/>
        </p:nvGrpSpPr>
        <p:grpSpPr>
          <a:xfrm>
            <a:off x="8858080" y="715979"/>
            <a:ext cx="3057098" cy="3328971"/>
            <a:chOff x="6718160" y="1923975"/>
            <a:chExt cx="2717940" cy="292115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2D3FE873-C6CF-7A78-F143-2F6E4FAB0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18160" y="1923975"/>
              <a:ext cx="2717940" cy="2921150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08A1B86-1477-DD62-BA74-4E653A0ED7F0}"/>
                </a:ext>
              </a:extLst>
            </p:cNvPr>
            <p:cNvSpPr/>
            <p:nvPr/>
          </p:nvSpPr>
          <p:spPr>
            <a:xfrm>
              <a:off x="8134350" y="2565400"/>
              <a:ext cx="1028700" cy="2171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78CB53F0-EDA7-7F85-47E5-59DA3D695E3E}"/>
              </a:ext>
            </a:extLst>
          </p:cNvPr>
          <p:cNvSpPr txBox="1"/>
          <p:nvPr/>
        </p:nvSpPr>
        <p:spPr>
          <a:xfrm>
            <a:off x="9524915" y="142984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D-Sub9 RLS Kabel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AF04D7-3536-B49B-6CBD-A9658EF98B6B}"/>
              </a:ext>
            </a:extLst>
          </p:cNvPr>
          <p:cNvSpPr txBox="1"/>
          <p:nvPr/>
        </p:nvSpPr>
        <p:spPr>
          <a:xfrm>
            <a:off x="7169065" y="142984"/>
            <a:ext cx="260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D-Sub9 </a:t>
            </a:r>
            <a:r>
              <a:rPr lang="de-DE" dirty="0" err="1"/>
              <a:t>uz_d_endat</a:t>
            </a:r>
            <a:endParaRPr lang="de-DE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E7C7CB9-BF73-FF01-C258-4C48AA31F994}"/>
              </a:ext>
            </a:extLst>
          </p:cNvPr>
          <p:cNvGrpSpPr/>
          <p:nvPr/>
        </p:nvGrpSpPr>
        <p:grpSpPr>
          <a:xfrm>
            <a:off x="971174" y="0"/>
            <a:ext cx="3584612" cy="5442230"/>
            <a:chOff x="425451" y="954996"/>
            <a:chExt cx="3584612" cy="5442230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904AA638-991C-40CD-EE2F-201FE7089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0945"/>
            <a:stretch/>
          </p:blipFill>
          <p:spPr>
            <a:xfrm>
              <a:off x="425451" y="954996"/>
              <a:ext cx="2424442" cy="5442230"/>
            </a:xfrm>
            <a:prstGeom prst="rect">
              <a:avLst/>
            </a:prstGeom>
          </p:spPr>
        </p:pic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B1D21015-A629-2390-1E84-6BA0A662D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672"/>
            <a:stretch/>
          </p:blipFill>
          <p:spPr>
            <a:xfrm>
              <a:off x="2814491" y="954996"/>
              <a:ext cx="1195572" cy="5442230"/>
            </a:xfrm>
            <a:prstGeom prst="rect">
              <a:avLst/>
            </a:prstGeom>
          </p:spPr>
        </p:pic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4A34F8E9-A0AE-4521-4310-9A013DE142D4}"/>
              </a:ext>
            </a:extLst>
          </p:cNvPr>
          <p:cNvSpPr txBox="1"/>
          <p:nvPr/>
        </p:nvSpPr>
        <p:spPr>
          <a:xfrm>
            <a:off x="3469936" y="643953"/>
            <a:ext cx="79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5 V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D49E613-0CC4-C7D8-2551-8807203A19F5}"/>
              </a:ext>
            </a:extLst>
          </p:cNvPr>
          <p:cNvSpPr txBox="1"/>
          <p:nvPr/>
        </p:nvSpPr>
        <p:spPr>
          <a:xfrm>
            <a:off x="3469935" y="879419"/>
            <a:ext cx="79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6D153722-789F-F873-A0D8-C2F2D5714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72963"/>
              </p:ext>
            </p:extLst>
          </p:nvPr>
        </p:nvGraphicFramePr>
        <p:xfrm>
          <a:off x="104995" y="369332"/>
          <a:ext cx="910543" cy="2425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43">
                  <a:extLst>
                    <a:ext uri="{9D8B030D-6E8A-4147-A177-3AD203B41FA5}">
                      <a16:colId xmlns:a16="http://schemas.microsoft.com/office/drawing/2014/main" val="2931863175"/>
                    </a:ext>
                  </a:extLst>
                </a:gridCol>
              </a:tblGrid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709095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1   braun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092324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2   weiß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89325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3   rosa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445729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4   grau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59296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5   rot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059304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6   blau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160087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7   grün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0839"/>
                  </a:ext>
                </a:extLst>
              </a:tr>
              <a:tr h="269470">
                <a:tc>
                  <a:txBody>
                    <a:bodyPr/>
                    <a:lstStyle/>
                    <a:p>
                      <a:r>
                        <a:rPr lang="de-DE" sz="1100" dirty="0"/>
                        <a:t>8   gelb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181691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82DF9C97-61E9-8C7E-4A2C-07D293841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59667"/>
              </p:ext>
            </p:extLst>
          </p:nvPr>
        </p:nvGraphicFramePr>
        <p:xfrm>
          <a:off x="7116653" y="1359932"/>
          <a:ext cx="1895406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703">
                  <a:extLst>
                    <a:ext uri="{9D8B030D-6E8A-4147-A177-3AD203B41FA5}">
                      <a16:colId xmlns:a16="http://schemas.microsoft.com/office/drawing/2014/main" val="2931863175"/>
                    </a:ext>
                  </a:extLst>
                </a:gridCol>
                <a:gridCol w="947703">
                  <a:extLst>
                    <a:ext uri="{9D8B030D-6E8A-4147-A177-3AD203B41FA5}">
                      <a16:colId xmlns:a16="http://schemas.microsoft.com/office/drawing/2014/main" val="2549886729"/>
                    </a:ext>
                  </a:extLst>
                </a:gridCol>
              </a:tblGrid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 err="1"/>
                        <a:t>Function</a:t>
                      </a:r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709095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Data-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092324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Data+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89325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Clock-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445729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Clock+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59296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5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059304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160087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0839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181691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310932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63C9A704-232F-A0D6-29C3-7E13EC1DC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522279"/>
              </p:ext>
            </p:extLst>
          </p:nvPr>
        </p:nvGraphicFramePr>
        <p:xfrm>
          <a:off x="3042961" y="3519042"/>
          <a:ext cx="3663972" cy="275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993">
                  <a:extLst>
                    <a:ext uri="{9D8B030D-6E8A-4147-A177-3AD203B41FA5}">
                      <a16:colId xmlns:a16="http://schemas.microsoft.com/office/drawing/2014/main" val="2931863175"/>
                    </a:ext>
                  </a:extLst>
                </a:gridCol>
                <a:gridCol w="915993">
                  <a:extLst>
                    <a:ext uri="{9D8B030D-6E8A-4147-A177-3AD203B41FA5}">
                      <a16:colId xmlns:a16="http://schemas.microsoft.com/office/drawing/2014/main" val="844994682"/>
                    </a:ext>
                  </a:extLst>
                </a:gridCol>
                <a:gridCol w="915993">
                  <a:extLst>
                    <a:ext uri="{9D8B030D-6E8A-4147-A177-3AD203B41FA5}">
                      <a16:colId xmlns:a16="http://schemas.microsoft.com/office/drawing/2014/main" val="2549886729"/>
                    </a:ext>
                  </a:extLst>
                </a:gridCol>
                <a:gridCol w="915993">
                  <a:extLst>
                    <a:ext uri="{9D8B030D-6E8A-4147-A177-3AD203B41FA5}">
                      <a16:colId xmlns:a16="http://schemas.microsoft.com/office/drawing/2014/main" val="1537610393"/>
                    </a:ext>
                  </a:extLst>
                </a:gridCol>
              </a:tblGrid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Pin FCI (</a:t>
                      </a:r>
                      <a:r>
                        <a:rPr lang="de-DE" sz="1100" dirty="0" err="1"/>
                        <a:t>color</a:t>
                      </a:r>
                      <a:r>
                        <a:rPr lang="de-DE"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 err="1"/>
                        <a:t>Function</a:t>
                      </a:r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Pin D-Sub9 </a:t>
                      </a:r>
                      <a:r>
                        <a:rPr lang="de-DE" sz="1100" dirty="0" err="1"/>
                        <a:t>uz_d_endat</a:t>
                      </a:r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709095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pPr marL="228600" indent="-228600">
                        <a:buAutoNum type="arabicPlain"/>
                      </a:pPr>
                      <a:r>
                        <a:rPr lang="de-DE" sz="1100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100" dirty="0"/>
                        <a:t>5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092324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pPr marL="228600" indent="-228600">
                        <a:buAutoNum type="arabicPlain" startAt="2"/>
                      </a:pPr>
                      <a:r>
                        <a:rPr lang="de-DE" sz="1100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100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89325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pPr marL="228600" indent="-228600">
                        <a:buAutoNum type="arabicPlain" startAt="3"/>
                      </a:pPr>
                      <a:r>
                        <a:rPr lang="de-DE" sz="1100" dirty="0"/>
                        <a:t>Pink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lain" startAt="3"/>
                      </a:pPr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445729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pPr marL="228600" indent="-228600">
                        <a:buAutoNum type="arabicPlain" startAt="4"/>
                      </a:pPr>
                      <a:r>
                        <a:rPr lang="de-DE" sz="1100" dirty="0"/>
                        <a:t>Gray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lain" startAt="4"/>
                      </a:pPr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59296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pPr marL="228600" indent="-228600">
                        <a:buAutoNum type="arabicPlain" startAt="5"/>
                      </a:pPr>
                      <a:r>
                        <a:rPr lang="de-DE" sz="1100" dirty="0" err="1"/>
                        <a:t>Red</a:t>
                      </a:r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100" dirty="0"/>
                        <a:t>Clock+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059304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pPr marL="228600" indent="-228600">
                        <a:buAutoNum type="arabicPlain" startAt="6"/>
                      </a:pPr>
                      <a:r>
                        <a:rPr lang="de-DE" sz="1100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100" dirty="0"/>
                        <a:t>Clock-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160087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pPr marL="228600" indent="-228600">
                        <a:buAutoNum type="arabicPlain" startAt="7"/>
                      </a:pPr>
                      <a:r>
                        <a:rPr lang="de-DE" sz="1100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100" dirty="0"/>
                        <a:t>Data+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0839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pPr marL="228600" indent="-228600">
                        <a:buAutoNum type="arabicPlain" startAt="8"/>
                      </a:pPr>
                      <a:r>
                        <a:rPr lang="de-DE" sz="1100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sz="1100" dirty="0"/>
                        <a:t>Data-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181691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de-DE" sz="11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310932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E3882E15-3998-2C0D-96CB-922951894C0C}"/>
              </a:ext>
            </a:extLst>
          </p:cNvPr>
          <p:cNvSpPr txBox="1"/>
          <p:nvPr/>
        </p:nvSpPr>
        <p:spPr>
          <a:xfrm>
            <a:off x="3716082" y="3211265"/>
            <a:ext cx="2609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FCI </a:t>
            </a:r>
            <a:r>
              <a:rPr lang="de-DE" sz="1400" b="1" dirty="0" err="1"/>
              <a:t>to</a:t>
            </a:r>
            <a:r>
              <a:rPr lang="de-DE" sz="1400" b="1" dirty="0"/>
              <a:t> D-Sub9 </a:t>
            </a:r>
            <a:r>
              <a:rPr lang="de-DE" sz="1400" b="1" dirty="0" err="1"/>
              <a:t>uz_d_endat</a:t>
            </a:r>
            <a:endParaRPr lang="de-DE" sz="1400" b="1" dirty="0"/>
          </a:p>
        </p:txBody>
      </p:sp>
    </p:spTree>
    <p:extLst>
      <p:ext uri="{BB962C8B-B14F-4D97-AF65-F5344CB8AC3E}">
        <p14:creationId xmlns:p14="http://schemas.microsoft.com/office/powerpoint/2010/main" val="268190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Breitbild</PresentationFormat>
  <Paragraphs>113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Hoerner</dc:creator>
  <cp:lastModifiedBy>Michael Hoerner</cp:lastModifiedBy>
  <cp:revision>4</cp:revision>
  <dcterms:created xsi:type="dcterms:W3CDTF">2025-03-28T16:56:06Z</dcterms:created>
  <dcterms:modified xsi:type="dcterms:W3CDTF">2025-03-28T17:12:07Z</dcterms:modified>
</cp:coreProperties>
</file>